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87" r:id="rId1"/>
  </p:sldMasterIdLst>
  <p:sldIdLst>
    <p:sldId id="256" r:id="rId2"/>
    <p:sldId id="259" r:id="rId3"/>
    <p:sldId id="257" r:id="rId4"/>
    <p:sldId id="261" r:id="rId5"/>
    <p:sldId id="258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117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308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276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328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1767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361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69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154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064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43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102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0302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1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3299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005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02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1223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8/21/2024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40608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  <p:sldLayoutId id="2147483700" r:id="rId13"/>
    <p:sldLayoutId id="2147483701" r:id="rId14"/>
    <p:sldLayoutId id="2147483702" r:id="rId15"/>
    <p:sldLayoutId id="2147483703" r:id="rId16"/>
    <p:sldLayoutId id="2147483704" r:id="rId17"/>
  </p:sldLayoutIdLst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4D4A1-68D8-41E4-1283-A4985FDB47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it-IT" sz="6600" cap="none" dirty="0">
                <a:solidFill>
                  <a:schemeClr val="bg1"/>
                </a:solidFill>
                <a:latin typeface="Blackadder ITC" panose="04020505051007020D02" pitchFamily="82" charset="0"/>
              </a:rPr>
              <a:t>Track Your </a:t>
            </a:r>
            <a:r>
              <a:rPr lang="it-IT" sz="6600" cap="none" dirty="0" err="1">
                <a:solidFill>
                  <a:schemeClr val="bg1"/>
                </a:solidFill>
                <a:latin typeface="Blackadder ITC" panose="04020505051007020D02" pitchFamily="82" charset="0"/>
              </a:rPr>
              <a:t>Expenses</a:t>
            </a:r>
            <a:endParaRPr lang="it-IT" sz="6600" cap="none" dirty="0">
              <a:solidFill>
                <a:schemeClr val="bg1"/>
              </a:solidFill>
              <a:latin typeface="Blackadder ITC" panose="04020505051007020D02" pitchFamily="82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441A9-4CF3-3B3A-2680-D234B8142A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Ripamonti Angelo</a:t>
            </a:r>
          </a:p>
          <a:p>
            <a:r>
              <a:rPr lang="it-IT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Avveduto Luca</a:t>
            </a:r>
          </a:p>
        </p:txBody>
      </p:sp>
    </p:spTree>
    <p:extLst>
      <p:ext uri="{BB962C8B-B14F-4D97-AF65-F5344CB8AC3E}">
        <p14:creationId xmlns:p14="http://schemas.microsoft.com/office/powerpoint/2010/main" val="2520164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E9F1-EB43-94EB-0FAC-51A61E98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cap="none" dirty="0">
                <a:solidFill>
                  <a:schemeClr val="bg1"/>
                </a:solidFill>
                <a:latin typeface="Blackadder ITC" panose="04020505051007020D02" pitchFamily="82" charset="0"/>
              </a:rPr>
              <a:t>Scopo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33BE5-4F28-61E5-4948-5F32AD34E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40024"/>
            <a:ext cx="9905999" cy="4678532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Immagina un mondo in cui puoi tenere traccia delle tue spese in modo semplice e veloce, tutto a portata di mano. Con "Track Your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questo è finalmente possibile!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🌟 Perché scegliere Track Your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🔒 Account Personale: Crea il tuo profilo e gestisci le tue finanze in totale sicurezza.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💰 Monitoraggio Uscite: Inserisci le tue spese in pochi secondi e visualizzale quando vuoi.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🏷️ Filtri Intelligenti: Filtra le tue spese per categoria e scopri dove stai spendendo di più.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📊 Ordina a Modo Tuo: Ordina le tue spese con vari criteri per avere una visione chiara e dettagliata.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📈 Traccia le tue spese: Monitora l'andamento delle tue spese con un grafico intuitivo che mostra la media delle tue uscite nel periodo di tempo che preferisci.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🚀 Interfaccia Intuitiva: Un design semplice e user-friendly per un’esperienza utente senza paragoni.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lasciare che le tue finanze ti sfuggano di mano. Con "Track Your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Expenses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avrai tutto sotto controllo con pochi click.</a:t>
            </a:r>
          </a:p>
        </p:txBody>
      </p:sp>
    </p:spTree>
    <p:extLst>
      <p:ext uri="{BB962C8B-B14F-4D97-AF65-F5344CB8AC3E}">
        <p14:creationId xmlns:p14="http://schemas.microsoft.com/office/powerpoint/2010/main" val="1801536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EBE4-45FD-FDD2-6914-984E84DD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cap="none" dirty="0" err="1">
                <a:solidFill>
                  <a:schemeClr val="bg1"/>
                </a:solidFill>
                <a:latin typeface="Blackadder ITC" panose="04020505051007020D02" pitchFamily="82" charset="0"/>
              </a:rPr>
              <a:t>Infos</a:t>
            </a:r>
            <a:endParaRPr lang="it-IT" sz="6000" cap="none" dirty="0">
              <a:solidFill>
                <a:schemeClr val="bg1"/>
              </a:solidFill>
              <a:latin typeface="Blackadder ITC" panose="04020505051007020D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81EBA-ACE2-FB14-3E9D-E351271A1C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Idea: Viene dall’idea di entrambi di realizzare un’applicazione utile e benfatta.</a:t>
            </a: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Tempo Impiegato: Circa 72h</a:t>
            </a:r>
          </a:p>
          <a:p>
            <a:pPr marL="0" indent="0">
              <a:buNone/>
            </a:pPr>
            <a:endParaRPr lang="it-IT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342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DEBE4-45FD-FDD2-6914-984E84DDB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cap="none" dirty="0">
                <a:solidFill>
                  <a:schemeClr val="bg1"/>
                </a:solidFill>
                <a:latin typeface="Blackadder ITC" panose="04020505051007020D02" pitchFamily="82" charset="0"/>
              </a:rPr>
              <a:t>Differenze con App sul Mercato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1A1FD7-0E1A-C137-821F-924326585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1410" y="2249485"/>
            <a:ext cx="4878389" cy="4399890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Molte app di gestione delle spese offrono un'interfaccia user-friendly, ma alcune possono risultare sovraccariche di opzioni o non ottimizzate per tutti i dispositivi.</a:t>
            </a:r>
          </a:p>
          <a:p>
            <a:r>
              <a:rPr lang="it-IT" dirty="0"/>
              <a:t>Alcune app permettono la categorizzazione delle spese, ma potrebbero non offrire filtri avanzati o personalizzati.</a:t>
            </a:r>
          </a:p>
          <a:p>
            <a:r>
              <a:rPr lang="it-IT" dirty="0"/>
              <a:t>Molte app offrono grafici e report, ma questi possono essere generali o limitati nella personalizzazione.</a:t>
            </a:r>
          </a:p>
          <a:p>
            <a:r>
              <a:rPr lang="it-IT" dirty="0"/>
              <a:t>La sicurezza è una caratteristica comune, ma il livello di protezione dei dati personali può variare.</a:t>
            </a:r>
          </a:p>
          <a:p>
            <a:r>
              <a:rPr lang="it-IT" dirty="0"/>
              <a:t>Alcune app potrebbero richiedere più tempo per l’inserimento delle spese, soprattutto se la procedura è complessa.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C38F0C-215F-5B9D-2ECA-025299990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989996"/>
          </a:xfrm>
        </p:spPr>
        <p:txBody>
          <a:bodyPr>
            <a:normAutofit fontScale="55000" lnSpcReduction="20000"/>
          </a:bodyPr>
          <a:lstStyle/>
          <a:p>
            <a:r>
              <a:rPr lang="it-IT" dirty="0"/>
              <a:t>Il design della nostra app è anche esso user-friendly, ma a nostro parere è pure molto semplificato dando anche con una rapida visione una chiara idea di cosa si può fare nella pagina. Senza sovraccaricare l’utente di informazioni.</a:t>
            </a:r>
          </a:p>
          <a:p>
            <a:r>
              <a:rPr lang="it-IT" dirty="0"/>
              <a:t>La nostra app ha filtri totalmente custom e avanzati, tra essi troviamo le categorie: shopping, food e </a:t>
            </a:r>
            <a:r>
              <a:rPr lang="it-IT" dirty="0" err="1"/>
              <a:t>pleasure</a:t>
            </a:r>
            <a:r>
              <a:rPr lang="it-IT" dirty="0"/>
              <a:t>; e ordinamenti per nome, data e prezzo.</a:t>
            </a:r>
          </a:p>
          <a:p>
            <a:r>
              <a:rPr lang="it-IT" dirty="0"/>
              <a:t>Il grafico della nostra app è molto intuitivo per quanto limitante, diamo la possibilità di vedere chiaramente le spese degl’ultimi 3, 6 e 9 mesi.</a:t>
            </a:r>
          </a:p>
          <a:p>
            <a:r>
              <a:rPr lang="it-IT" dirty="0"/>
              <a:t>La sicurezza della nostra app non richiedendo informazioni personali come email, spid o altri dati sensibili, supervisiona a modo la privacy.</a:t>
            </a:r>
          </a:p>
          <a:p>
            <a:r>
              <a:rPr lang="it-IT" dirty="0"/>
              <a:t>L’inserimento delle spese nella nostra app è molto semplice in quanto ci sono chiari campi da compilare con la spiegazione per ognuno di esso.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7002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16C4D4-460C-DA9B-BD5E-D56843AD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cap="none" dirty="0">
                <a:solidFill>
                  <a:schemeClr val="bg1"/>
                </a:solidFill>
                <a:latin typeface="Blackadder ITC" panose="04020505051007020D02" pitchFamily="82" charset="0"/>
              </a:rPr>
              <a:t>Organizzazione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F2BF23-AE11-49AD-7D31-5D4EB5AEA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progetto c’è lo siamo principalmente diviso nelle seguenti parti: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Package: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accountManager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Angelo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Package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expense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e filters  Luca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Package graphic e classi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Main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  Insieme</a:t>
            </a:r>
          </a:p>
          <a:p>
            <a:pPr marL="0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Anche se ci sono alcune classi dove ci siamo aiutati a vicenda, stesso discorso per errori o eventuali burn out.</a:t>
            </a:r>
          </a:p>
        </p:txBody>
      </p:sp>
    </p:spTree>
    <p:extLst>
      <p:ext uri="{BB962C8B-B14F-4D97-AF65-F5344CB8AC3E}">
        <p14:creationId xmlns:p14="http://schemas.microsoft.com/office/powerpoint/2010/main" val="2604008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4680-0860-C4E8-4B30-D996FD3BE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6000" cap="none" dirty="0">
                <a:solidFill>
                  <a:schemeClr val="bg1"/>
                </a:solidFill>
                <a:latin typeface="Blackadder ITC" panose="04020505051007020D02" pitchFamily="82" charset="0"/>
              </a:rPr>
              <a:t>Code With </a:t>
            </a:r>
            <a:r>
              <a:rPr lang="it-IT" sz="6000" cap="none" dirty="0" err="1">
                <a:solidFill>
                  <a:schemeClr val="bg1"/>
                </a:solidFill>
                <a:latin typeface="Blackadder ITC" panose="04020505051007020D02" pitchFamily="82" charset="0"/>
              </a:rPr>
              <a:t>Us</a:t>
            </a:r>
            <a:endParaRPr lang="it-IT" sz="6000" cap="none" dirty="0">
              <a:solidFill>
                <a:schemeClr val="bg1"/>
              </a:solidFill>
              <a:latin typeface="Blackadder ITC" panose="04020505051007020D02" pitchFamily="8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A05BE-01B5-E338-2502-836A736E8B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796206"/>
          </a:xfrm>
        </p:spPr>
        <p:txBody>
          <a:bodyPr/>
          <a:lstStyle/>
          <a:p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Impostazione classi: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L’impostazione delle classi è gestita all’interno a determinati package per argomenti.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maggior parte delle classi sono gestite in MVC.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classe riguardante l’account è gestita col pattern DAO.</a:t>
            </a:r>
          </a:p>
          <a:p>
            <a:pPr lvl="1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Abbiamo anche creato due classi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1" indent="-34290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Complessità a livello algoritmico:</a:t>
            </a:r>
          </a:p>
          <a:p>
            <a:pPr marL="800100" lvl="2" indent="-342900"/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 abbiamo trovato molte complessità forse la maggiore riguarda il metodo scale()</a:t>
            </a:r>
          </a:p>
          <a:p>
            <a:pPr marL="0" lvl="1" indent="0">
              <a:buNone/>
            </a:pP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Adesso passiamo al codice su </a:t>
            </a:r>
            <a:r>
              <a:rPr lang="it-IT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IntelliJ</a:t>
            </a:r>
            <a:r>
              <a:rPr lang="it-IT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IDEA per spiegarlo meglio.</a:t>
            </a:r>
          </a:p>
        </p:txBody>
      </p:sp>
    </p:spTree>
    <p:extLst>
      <p:ext uri="{BB962C8B-B14F-4D97-AF65-F5344CB8AC3E}">
        <p14:creationId xmlns:p14="http://schemas.microsoft.com/office/powerpoint/2010/main" val="2800561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53</TotalTime>
  <Words>589</Words>
  <Application>Microsoft Office PowerPoint</Application>
  <PresentationFormat>Widescreen</PresentationFormat>
  <Paragraphs>46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Blackadder ITC</vt:lpstr>
      <vt:lpstr>Times New Roman</vt:lpstr>
      <vt:lpstr>Tw Cen MT</vt:lpstr>
      <vt:lpstr>Circuit</vt:lpstr>
      <vt:lpstr>Track Your Expenses</vt:lpstr>
      <vt:lpstr>Scopo</vt:lpstr>
      <vt:lpstr>Infos</vt:lpstr>
      <vt:lpstr>Differenze con App sul Mercato</vt:lpstr>
      <vt:lpstr>Organizzazione </vt:lpstr>
      <vt:lpstr>Code With Us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Your Expenses</dc:title>
  <dc:creator>Angelo Ripamonti</dc:creator>
  <cp:lastModifiedBy>Angelo Ripamonti</cp:lastModifiedBy>
  <cp:revision>2</cp:revision>
  <dcterms:created xsi:type="dcterms:W3CDTF">2024-08-01T12:50:01Z</dcterms:created>
  <dcterms:modified xsi:type="dcterms:W3CDTF">2024-08-21T08:59:31Z</dcterms:modified>
</cp:coreProperties>
</file>