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29" r:id="rId1"/>
  </p:sldMasterIdLst>
  <p:sldIdLst>
    <p:sldId id="256" r:id="rId2"/>
    <p:sldId id="259" r:id="rId3"/>
    <p:sldId id="257" r:id="rId4"/>
    <p:sldId id="261" r:id="rId5"/>
    <p:sldId id="258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590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287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888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389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755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319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585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559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91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150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2900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7051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4492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7797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2244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6884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161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816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  <p:sldLayoutId id="2147483843" r:id="rId14"/>
    <p:sldLayoutId id="2147483844" r:id="rId15"/>
    <p:sldLayoutId id="2147483845" r:id="rId16"/>
    <p:sldLayoutId id="2147483846" r:id="rId17"/>
  </p:sldLayoutIdLst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ebp"/><Relationship Id="rId2" Type="http://schemas.openxmlformats.org/officeDocument/2006/relationships/image" Target="../media/image10.web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web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4D4A1-68D8-41E4-1283-A4985FDB47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66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Track Your </a:t>
            </a:r>
            <a:r>
              <a:rPr lang="it-IT" sz="6600" cap="none" dirty="0" err="1">
                <a:solidFill>
                  <a:srgbClr val="FF0000"/>
                </a:solidFill>
                <a:latin typeface="Freestyle Script" panose="030804020302050B0404" pitchFamily="66" charset="0"/>
              </a:rPr>
              <a:t>Expenses</a:t>
            </a:r>
            <a:endParaRPr lang="it-IT" sz="6600" cap="none" dirty="0">
              <a:solidFill>
                <a:srgbClr val="FF0000"/>
              </a:solidFill>
              <a:latin typeface="Freestyle Script" panose="030804020302050B0404" pitchFamily="66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441A9-4CF3-3B3A-2680-D234B8142A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Ripamonti Angelo</a:t>
            </a:r>
          </a:p>
          <a:p>
            <a:r>
              <a:rPr lang="it-IT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Avveduto Luca</a:t>
            </a:r>
          </a:p>
        </p:txBody>
      </p:sp>
    </p:spTree>
    <p:extLst>
      <p:ext uri="{BB962C8B-B14F-4D97-AF65-F5344CB8AC3E}">
        <p14:creationId xmlns:p14="http://schemas.microsoft.com/office/powerpoint/2010/main" val="252016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9E9F1-EB43-94EB-0FAC-51A61E987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it-IT" sz="80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Scopo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53E913-EA0A-50E6-1A46-07F270216D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7989" y="2219417"/>
            <a:ext cx="2977374" cy="1410084"/>
          </a:xfrm>
        </p:spPr>
        <p:txBody>
          <a:bodyPr/>
          <a:lstStyle/>
          <a:p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 il tuo profilo e gestisci le tue finanze in totale sicurezza.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B3B86F1-BE9B-CD79-AC71-33A78A2A0E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277989" y="3774230"/>
            <a:ext cx="2477121" cy="247712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6A74A5-791F-7A96-2F12-C9D4EAB0D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56953" y="2390659"/>
            <a:ext cx="3078094" cy="1238842"/>
          </a:xfrm>
        </p:spPr>
        <p:txBody>
          <a:bodyPr/>
          <a:lstStyle/>
          <a:p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Inserisci le tue spese in pochi secondi e visualizzale quando vuoi.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8909822-83B0-7076-9555-9846A7222B6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4556953" y="3774230"/>
            <a:ext cx="2477123" cy="2477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C311747A-5C90-FD19-1584-2F5083F5A11B}"/>
              </a:ext>
            </a:extLst>
          </p:cNvPr>
          <p:cNvSpPr txBox="1">
            <a:spLocks/>
          </p:cNvSpPr>
          <p:nvPr/>
        </p:nvSpPr>
        <p:spPr>
          <a:xfrm>
            <a:off x="8424930" y="2390659"/>
            <a:ext cx="3078094" cy="124518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800" b="0" kern="1200" cap="none">
                <a:solidFill>
                  <a:schemeClr val="accent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0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8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Monitora l'andamento delle tue spese con un grafico intuitivo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DEEB72D-F86F-2E20-5434-E968F5D5A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012" y="3843354"/>
            <a:ext cx="2407999" cy="240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153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DEBE4-45FD-FDD2-6914-984E84DDB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96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Info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7A6619-F63D-DD41-F96D-ECFB1B5CD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30391" y="5209804"/>
            <a:ext cx="4607188" cy="576262"/>
          </a:xfrm>
        </p:spPr>
        <p:txBody>
          <a:bodyPr/>
          <a:lstStyle/>
          <a:p>
            <a:pPr algn="ctr"/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Idea: Viene dall’idea di entrambi di realizzare un’applicazione utile e benfatta.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FC3CEA9-799A-0E9A-7181-92866CDC30F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704910" y="2436111"/>
            <a:ext cx="2458150" cy="24581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A59BF-C4B1-DC19-3C7B-EB9BDFEFA0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66497" y="5214937"/>
            <a:ext cx="4450515" cy="576262"/>
          </a:xfrm>
        </p:spPr>
        <p:txBody>
          <a:bodyPr anchor="t"/>
          <a:lstStyle/>
          <a:p>
            <a:pPr algn="ctr">
              <a:spcBef>
                <a:spcPts val="0"/>
              </a:spcBef>
            </a:pPr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Tempo Impiegato: Circa 72h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65D65F-54D3-17A2-BEEB-6B9A7CDF655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7963693" y="2438400"/>
            <a:ext cx="2455863" cy="24558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420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DEBE4-45FD-FDD2-6914-984E84DDB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Differenze con App sul Mercato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A1FD7-0E1A-C137-821F-924326585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5"/>
            <a:ext cx="4878389" cy="4399890"/>
          </a:xfrm>
        </p:spPr>
        <p:txBody>
          <a:bodyPr>
            <a:normAutofit fontScale="85000" lnSpcReduction="20000"/>
          </a:bodyPr>
          <a:lstStyle/>
          <a:p>
            <a:r>
              <a:rPr lang="it-IT" dirty="0"/>
              <a:t>Molte app di gestione delle spese offrono un'interfaccia user-friendly, ma alcune possono risultare sovraccariche di opzioni o non ottimizzate per tutti i dispositivi.</a:t>
            </a:r>
          </a:p>
          <a:p>
            <a:r>
              <a:rPr lang="it-IT" dirty="0"/>
              <a:t>Alcune app permettono la categorizzazione delle spese, ma potrebbero non offrire filtri avanzati o personalizzati.</a:t>
            </a:r>
          </a:p>
          <a:p>
            <a:r>
              <a:rPr lang="it-IT" dirty="0"/>
              <a:t>Molte app offrono grafici e report, ma questi possono essere generali o limitati nella personalizzazione.</a:t>
            </a:r>
          </a:p>
          <a:p>
            <a:r>
              <a:rPr lang="it-IT" dirty="0"/>
              <a:t>La sicurezza è una caratteristica comune, ma il livello di protezione dei dati personali può variare.</a:t>
            </a:r>
          </a:p>
          <a:p>
            <a:r>
              <a:rPr lang="it-IT" dirty="0"/>
              <a:t>Alcune app potrebbero richiedere più tempo per l’inserimento delle spese, soprattutto se la procedura è complessa.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C38F0C-215F-5B9D-2ECA-025299990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989996"/>
          </a:xfrm>
        </p:spPr>
        <p:txBody>
          <a:bodyPr>
            <a:normAutofit fontScale="85000" lnSpcReduction="20000"/>
          </a:bodyPr>
          <a:lstStyle/>
          <a:p>
            <a:r>
              <a:rPr lang="it-IT" dirty="0"/>
              <a:t>Il design della nostra app è anche esso user-friendly, ma a nostro parere è pure molto semplificato dando anche con una rapida visione una chiara idea di cosa si può fare nella pagina. Senza sovraccaricare l’utente di informazioni.</a:t>
            </a:r>
          </a:p>
          <a:p>
            <a:r>
              <a:rPr lang="it-IT" dirty="0"/>
              <a:t>La nostra app ha filtri totalmente custom e avanzati, tra essi troviamo le categorie: shopping, food e </a:t>
            </a:r>
            <a:r>
              <a:rPr lang="it-IT" dirty="0" err="1"/>
              <a:t>pleasure</a:t>
            </a:r>
            <a:r>
              <a:rPr lang="it-IT" dirty="0"/>
              <a:t>; e ordinamenti per nome, data e prezzo.</a:t>
            </a:r>
          </a:p>
          <a:p>
            <a:r>
              <a:rPr lang="it-IT" dirty="0"/>
              <a:t>Il grafico della nostra app è molto intuitivo per quanto limitante, diamo la possibilità di vedere chiaramente le spese degl’ultimi 3, 6 e 9 mesi.</a:t>
            </a:r>
          </a:p>
          <a:p>
            <a:r>
              <a:rPr lang="it-IT" dirty="0"/>
              <a:t>La sicurezza della nostra app non richiedendo informazioni personali come email, spid o altri dati sensibili, supervisiona a modo la privacy.</a:t>
            </a:r>
          </a:p>
          <a:p>
            <a:r>
              <a:rPr lang="it-IT" dirty="0"/>
              <a:t>L’inserimento delle spese nella nostra app è molto semplice in quanto ci sono chiari campi da compilare con la spiegazione per ognuno di esso.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70023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6C4D4-460C-DA9B-BD5E-D56843AD1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Organizzazione	in Package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9F97C0-39C2-26F3-4EF0-FB34CAF3E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6657" y="2203699"/>
            <a:ext cx="2714827" cy="926601"/>
          </a:xfrm>
        </p:spPr>
        <p:txBody>
          <a:bodyPr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 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accountManager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Angelo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80851FA-3E46-397B-C991-1A99CA4E57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84313" y="3567113"/>
            <a:ext cx="1992312" cy="19923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B729F5-1CA0-2FEB-5B39-6380B786B0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184599" y="2203699"/>
            <a:ext cx="2402629" cy="919760"/>
          </a:xfrm>
        </p:spPr>
        <p:txBody>
          <a:bodyPr/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graphic e classi Main</a:t>
            </a:r>
            <a:b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Insieme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2D158FF-7DC8-E202-4A8E-F0C7E06E645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4719638" y="3368675"/>
            <a:ext cx="2152650" cy="2152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BA2DE5E-5929-19B1-1A90-B00B1E6D97CA}"/>
              </a:ext>
            </a:extLst>
          </p:cNvPr>
          <p:cNvSpPr txBox="1">
            <a:spLocks/>
          </p:cNvSpPr>
          <p:nvPr/>
        </p:nvSpPr>
        <p:spPr>
          <a:xfrm>
            <a:off x="4863004" y="2196858"/>
            <a:ext cx="1991953" cy="9266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800" b="0" kern="1200" cap="none">
                <a:solidFill>
                  <a:schemeClr val="accent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0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8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expense e filters </a:t>
            </a:r>
            <a:b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</a:b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Luca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98BB95A-CA9A-525E-7DDF-6708075AD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324" y="3130300"/>
            <a:ext cx="2632697" cy="26326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C3B2980-3B36-04BF-4550-B0C5666A6E41}"/>
              </a:ext>
            </a:extLst>
          </p:cNvPr>
          <p:cNvSpPr txBox="1"/>
          <p:nvPr/>
        </p:nvSpPr>
        <p:spPr>
          <a:xfrm>
            <a:off x="1528656" y="5876645"/>
            <a:ext cx="993002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 sono alcune classi dove ci siamo aiutati a vicenda, stesso discorso per eventuali errori.</a:t>
            </a:r>
            <a:br>
              <a:rPr lang="it-IT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pratica è un progetto fatto insieme ma con focalizzazioni diverse.</a:t>
            </a:r>
          </a:p>
        </p:txBody>
      </p:sp>
    </p:spTree>
    <p:extLst>
      <p:ext uri="{BB962C8B-B14F-4D97-AF65-F5344CB8AC3E}">
        <p14:creationId xmlns:p14="http://schemas.microsoft.com/office/powerpoint/2010/main" val="260400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A05BE-01B5-E338-2502-836A736E8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1" y="6358594"/>
            <a:ext cx="9797248" cy="605901"/>
          </a:xfrm>
        </p:spPr>
        <p:txBody>
          <a:bodyPr anchor="t">
            <a:normAutofit/>
          </a:bodyPr>
          <a:lstStyle/>
          <a:p>
            <a:pPr marL="457200" lvl="2" indent="0" algn="ctr">
              <a:buNone/>
            </a:pPr>
            <a:r>
              <a:rPr lang="it-IT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 abbiamo trovato molte complessità forse la maggiore riguarda il metodo scale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CE4680-0860-C4E8-4B30-D996FD3BE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it-IT" sz="60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Code With </a:t>
            </a:r>
            <a:r>
              <a:rPr lang="it-IT" sz="6000" cap="none" dirty="0" err="1">
                <a:solidFill>
                  <a:srgbClr val="FF0000"/>
                </a:solidFill>
                <a:latin typeface="Freestyle Script" panose="030804020302050B0404" pitchFamily="66" charset="0"/>
              </a:rPr>
              <a:t>Us</a:t>
            </a:r>
            <a:endParaRPr lang="it-IT" sz="6000" cap="none" dirty="0">
              <a:solidFill>
                <a:srgbClr val="FF0000"/>
              </a:solidFill>
              <a:latin typeface="Freestyle Script" panose="030804020302050B0404" pitchFamily="66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893A47-FE6D-D5CC-4FA3-5DDBC2551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46" y="1936571"/>
            <a:ext cx="2145291" cy="21452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4F6628-2043-EDCA-0AF4-782539B92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84" y="1908560"/>
            <a:ext cx="2173302" cy="21733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3DB49D-84FA-CAA7-D9BF-A64C56A61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8759" y="1938603"/>
            <a:ext cx="2145291" cy="21452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52A7B56-3FB8-18B9-F8F7-4FA713F89892}"/>
              </a:ext>
            </a:extLst>
          </p:cNvPr>
          <p:cNvSpPr txBox="1"/>
          <p:nvPr/>
        </p:nvSpPr>
        <p:spPr>
          <a:xfrm>
            <a:off x="1484311" y="4166254"/>
            <a:ext cx="26260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L’impostazione delle classi è gestita all’interno a determinati package per argomenti.</a:t>
            </a:r>
          </a:p>
          <a:p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A17E42-DB60-E91B-0001-B3A171773A3B}"/>
              </a:ext>
            </a:extLst>
          </p:cNvPr>
          <p:cNvSpPr txBox="1"/>
          <p:nvPr/>
        </p:nvSpPr>
        <p:spPr>
          <a:xfrm>
            <a:off x="4896416" y="4220682"/>
            <a:ext cx="319450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delle classi sono gestite in MVC. La classe riguardante l’account è gestita col pattern DAO.</a:t>
            </a:r>
          </a:p>
          <a:p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76E081-7FBF-D98F-167E-73837E8EE2B8}"/>
              </a:ext>
            </a:extLst>
          </p:cNvPr>
          <p:cNvSpPr txBox="1"/>
          <p:nvPr/>
        </p:nvSpPr>
        <p:spPr>
          <a:xfrm>
            <a:off x="8848759" y="4220682"/>
            <a:ext cx="2318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Abbiamo anche creato due classi </a:t>
            </a:r>
            <a:r>
              <a:rPr lang="it-IT" dirty="0" err="1"/>
              <a:t>Wrapper</a:t>
            </a:r>
            <a:r>
              <a:rPr lang="it-IT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0561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8BB434"/>
      </a:accent1>
      <a:accent2>
        <a:srgbClr val="33A583"/>
      </a:accent2>
      <a:accent3>
        <a:srgbClr val="3594B4"/>
      </a:accent3>
      <a:accent4>
        <a:srgbClr val="6063B4"/>
      </a:accent4>
      <a:accent5>
        <a:srgbClr val="D35731"/>
      </a:accent5>
      <a:accent6>
        <a:srgbClr val="EBAC4B"/>
      </a:accent6>
      <a:hlink>
        <a:srgbClr val="65AD30"/>
      </a:hlink>
      <a:folHlink>
        <a:srgbClr val="8ED25B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1A9F9826-882C-40B9-8F38-5A3B8CFD19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115</TotalTime>
  <Words>415</Words>
  <Application>Microsoft Office PowerPoint</Application>
  <PresentationFormat>Widescreen</PresentationFormat>
  <Paragraphs>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Corbel</vt:lpstr>
      <vt:lpstr>Freestyle Script</vt:lpstr>
      <vt:lpstr>Times New Roman</vt:lpstr>
      <vt:lpstr>Parallax</vt:lpstr>
      <vt:lpstr>Track Your Expenses</vt:lpstr>
      <vt:lpstr>Scopo</vt:lpstr>
      <vt:lpstr>Info</vt:lpstr>
      <vt:lpstr>Differenze con App sul Mercato</vt:lpstr>
      <vt:lpstr>Organizzazione in Package</vt:lpstr>
      <vt:lpstr>Code With 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 Your Expenses</dc:title>
  <dc:creator>Angelo Ripamonti</dc:creator>
  <cp:lastModifiedBy>Angelo Ripamonti</cp:lastModifiedBy>
  <cp:revision>3</cp:revision>
  <dcterms:created xsi:type="dcterms:W3CDTF">2024-08-01T12:50:01Z</dcterms:created>
  <dcterms:modified xsi:type="dcterms:W3CDTF">2024-09-06T09:47:18Z</dcterms:modified>
</cp:coreProperties>
</file>