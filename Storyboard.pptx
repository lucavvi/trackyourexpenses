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8/2/2024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8/2/2024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8/2/2024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8/2/2024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8/2/2024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8/2/2024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8/2/2024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8/2/2024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8/2/2024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8/2/2024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8/2/2024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8/2/2024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D15CD-9FB0-0C4C-A83A-92DF514E37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it-IT" dirty="0">
                <a:latin typeface="Blackadder ITC" panose="04020505051007020D02" pitchFamily="82" charset="0"/>
              </a:rPr>
              <a:t>Track Your </a:t>
            </a:r>
            <a:r>
              <a:rPr lang="it-IT" dirty="0" err="1">
                <a:latin typeface="Blackadder ITC" panose="04020505051007020D02" pitchFamily="82" charset="0"/>
              </a:rPr>
              <a:t>Expense</a:t>
            </a:r>
            <a:r>
              <a:rPr lang="it-IT" dirty="0">
                <a:latin typeface="Blackadder ITC" panose="04020505051007020D02" pitchFamily="82" charset="0"/>
              </a:rPr>
              <a:t> - Storyboard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26EC8E-396B-EDA4-CC0C-D9AC1884D9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Ripamonti Angelo</a:t>
            </a:r>
          </a:p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Avveduto Luca</a:t>
            </a:r>
          </a:p>
        </p:txBody>
      </p:sp>
    </p:spTree>
    <p:extLst>
      <p:ext uri="{BB962C8B-B14F-4D97-AF65-F5344CB8AC3E}">
        <p14:creationId xmlns:p14="http://schemas.microsoft.com/office/powerpoint/2010/main" val="178333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8ACD7-B92C-DDDC-4991-2707800C6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6000" dirty="0">
                <a:latin typeface="Blackadder ITC" panose="04020505051007020D02" pitchFamily="82" charset="0"/>
              </a:rPr>
              <a:t>Pagina di Login / </a:t>
            </a:r>
            <a:r>
              <a:rPr lang="it-IT" sz="6000" dirty="0" err="1">
                <a:latin typeface="Blackadder ITC" panose="04020505051007020D02" pitchFamily="82" charset="0"/>
              </a:rPr>
              <a:t>Register</a:t>
            </a:r>
            <a:endParaRPr lang="it-IT" sz="6000" dirty="0">
              <a:latin typeface="Blackadder ITC" panose="04020505051007020D02" pitchFamily="8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C452AB-82F6-12F2-EF93-C16EEA5840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2310" y="2052638"/>
            <a:ext cx="6878318" cy="3997325"/>
          </a:xfrm>
        </p:spPr>
      </p:pic>
    </p:spTree>
    <p:extLst>
      <p:ext uri="{BB962C8B-B14F-4D97-AF65-F5344CB8AC3E}">
        <p14:creationId xmlns:p14="http://schemas.microsoft.com/office/powerpoint/2010/main" val="3998685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728B5-A9DD-E438-DB8D-365D03074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6000" dirty="0">
                <a:latin typeface="Blackadder ITC" panose="04020505051007020D02" pitchFamily="82" charset="0"/>
              </a:rPr>
              <a:t>Pagina delle Spese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173F4E-4817-2E3D-D2D5-F0481CDFE5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9807" y="2052638"/>
            <a:ext cx="6883324" cy="3997325"/>
          </a:xfrm>
        </p:spPr>
      </p:pic>
    </p:spTree>
    <p:extLst>
      <p:ext uri="{BB962C8B-B14F-4D97-AF65-F5344CB8AC3E}">
        <p14:creationId xmlns:p14="http://schemas.microsoft.com/office/powerpoint/2010/main" val="1765206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6EA3D-825F-DC23-A2E4-AFFEA3C17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6000" dirty="0">
                <a:latin typeface="Blackadder ITC" panose="04020505051007020D02" pitchFamily="82" charset="0"/>
              </a:rPr>
              <a:t>Pagina del Grafico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D6F7C6-80B9-2942-F64C-9A1B4A74BC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7653" y="2052638"/>
            <a:ext cx="6887632" cy="3997325"/>
          </a:xfrm>
        </p:spPr>
      </p:pic>
    </p:spTree>
    <p:extLst>
      <p:ext uri="{BB962C8B-B14F-4D97-AF65-F5344CB8AC3E}">
        <p14:creationId xmlns:p14="http://schemas.microsoft.com/office/powerpoint/2010/main" val="830917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F36CD-F24D-7280-DBB8-580476F74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6000" dirty="0">
                <a:latin typeface="Blackadder ITC" panose="04020505051007020D02" pitchFamily="82" charset="0"/>
              </a:rPr>
              <a:t>Pagina dell’Account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28D915-2E7A-3DBA-1A04-52900383D8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9038" y="2052638"/>
            <a:ext cx="6904861" cy="3997325"/>
          </a:xfrm>
        </p:spPr>
      </p:pic>
    </p:spTree>
    <p:extLst>
      <p:ext uri="{BB962C8B-B14F-4D97-AF65-F5344CB8AC3E}">
        <p14:creationId xmlns:p14="http://schemas.microsoft.com/office/powerpoint/2010/main" val="40210998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2D251F"/>
      </a:dk2>
      <a:lt2>
        <a:srgbClr val="FAE9C5"/>
      </a:lt2>
      <a:accent1>
        <a:srgbClr val="ED3846"/>
      </a:accent1>
      <a:accent2>
        <a:srgbClr val="F87184"/>
      </a:accent2>
      <a:accent3>
        <a:srgbClr val="EC9DA9"/>
      </a:accent3>
      <a:accent4>
        <a:srgbClr val="ECC190"/>
      </a:accent4>
      <a:accent5>
        <a:srgbClr val="FFB268"/>
      </a:accent5>
      <a:accent6>
        <a:srgbClr val="F98657"/>
      </a:accent6>
      <a:hlink>
        <a:srgbClr val="B97669"/>
      </a:hlink>
      <a:folHlink>
        <a:srgbClr val="9E94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BCCF8060-3FCB-4641-B728-8A589529B13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3</TotalTime>
  <Words>24</Words>
  <Application>Microsoft Office PowerPoint</Application>
  <PresentationFormat>Widescreen</PresentationFormat>
  <Paragraphs>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Blackadder ITC</vt:lpstr>
      <vt:lpstr>MS Shell Dlg 2</vt:lpstr>
      <vt:lpstr>Times New Roman</vt:lpstr>
      <vt:lpstr>Wingdings</vt:lpstr>
      <vt:lpstr>Wingdings 3</vt:lpstr>
      <vt:lpstr>Madison</vt:lpstr>
      <vt:lpstr>Track Your Expense - Storyboard</vt:lpstr>
      <vt:lpstr>Pagina di Login / Register</vt:lpstr>
      <vt:lpstr>Pagina delle Spese</vt:lpstr>
      <vt:lpstr>Pagina del Grafico</vt:lpstr>
      <vt:lpstr>Pagina dell’Account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Track Your Expense - Storyboard</dc:title>
  <dc:creator>Angelo Ripamonti</dc:creator>
  <cp:lastModifiedBy>Angelo Ripamonti</cp:lastModifiedBy>
  <cp:revision>1</cp:revision>
  <dcterms:created xsi:type="dcterms:W3CDTF">2024-08-02T07:41:27Z</dcterms:created>
  <dcterms:modified xsi:type="dcterms:W3CDTF">2024-08-02T07:44:54Z</dcterms:modified>
</cp:coreProperties>
</file>